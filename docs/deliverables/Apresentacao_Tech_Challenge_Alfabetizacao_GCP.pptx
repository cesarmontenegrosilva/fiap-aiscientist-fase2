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Pipeline Híbrido para Análise da Alfabetização no Brasil</a:t>
            </a:r>
          </a:p>
          <a:p>
            <a:pPr>
              <a:spcBef>
                <a:spcPts val="2000"/>
              </a:spcBef>
              <a:defRPr sz="2000">
                <a:solidFill>
                  <a:srgbClr val="B0E6EE"/>
                </a:solidFill>
                <a:latin typeface="Aptos"/>
              </a:defRPr>
            </a:pPr>
            <a:r>
              <a:t>Tech Challenge - Fase 2 | Google Cloud Platform</a:t>
            </a:r>
          </a:p>
          <a:p>
            <a:pPr>
              <a:spcBef>
                <a:spcPts val="1200"/>
              </a:spcBef>
              <a:defRPr sz="1700">
                <a:solidFill>
                  <a:srgbClr val="E6EDF5"/>
                </a:solidFill>
                <a:latin typeface="Aptos"/>
              </a:defRPr>
            </a:pPr>
            <a:r>
              <a:t>Solução acadêmica com arquitetura medalhão, batch, streaming e controle de custos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Problema e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7D92"/>
                </a:solidFill>
                <a:latin typeface="Aptos"/>
              </a:defRPr>
            </a:pPr>
            <a:r>
              <a:t>Resumo da solução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Dados de alfabetização e metas estão distribuídos por Brasil, UFs e municípios.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O objetivo foi integrar as fontes e gerar uma camada analítica confiável.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A solução permite comparar resultados, metas, evolução e desigualdades territoriais.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Arquitetura medalhão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7D92"/>
                </a:solidFill>
                <a:latin typeface="Aptos"/>
              </a:defRPr>
            </a:pPr>
            <a:r>
              <a:t>Resumo da solução implementada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212080" cy="13981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5087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Bronze: cópia bruta, metadados de ingestão e eventos rejeitados.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Silver: limpeza, nulos, tipos, chaves, deduplicação e integração.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Gold: indicadores municipais e estaduais, metas, evolução, ranking e 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Estratégia de baixo custo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7D92"/>
                </a:solidFill>
                <a:latin typeface="Aptos"/>
              </a:defRPr>
            </a:pPr>
            <a:r>
              <a:t>Resumo da solução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Tabelas pequenas são copiadas integralmente.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A tabela de alunos gera alunos_amostra com até 500 linhas apenas uma vez.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TABLESAMPLE reduz a leitura inicial; Silver e Gold reutilizam a tabela local.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maximum_bytes_billed limita cada consulta e Dataflow é desligado após a demonstração.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Implementação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7D92"/>
                </a:solidFill>
                <a:latin typeface="Aptos"/>
              </a:defRPr>
            </a:pPr>
            <a:r>
              <a:t>Resumo da solução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Python e BigQuery realizam a ingestão batch da Base dos Dados.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Dataform materializa Silver, Gold e 26 assertions de qualidade.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Pub/Sub e Dataflow demonstram atualizações em tempo quase real.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Terraform cria a infraestrutura e os scripts permitem removê-la.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Qualidade e governança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7D92"/>
                </a:solidFill>
                <a:latin typeface="Aptos"/>
              </a:defRPr>
            </a:pPr>
            <a:r>
              <a:t>Resumo da solução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Validação de código municipal, UF, percentuais e datas.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Remoção de duplicidades e verificação de chaves órfãs.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Eventos inválidos são enviados para uma tabela de rejeitados.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Execuções batch e checks são registrados no dataset Monitoring.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Resultados na camada Gold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7D92"/>
                </a:solidFill>
                <a:latin typeface="Aptos"/>
              </a:defRPr>
            </a:pPr>
            <a:r>
              <a:t>Resumo da solução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Indicador de alfabetização por município e por UF.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Comparação entre metas e resultados e identificação do gap.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Evolução temporal e ranking nacional/estadual.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Tabela features_ml preparada para análises e modelos futuros.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Execução da 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7D92"/>
                </a:solidFill>
                <a:latin typeface="Aptos"/>
              </a:defRPr>
            </a:pPr>
            <a:r>
              <a:t>Resumo da solução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1. Terraform cria os recursos do projeto temporário.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2. O batch cria Bronze e a amostra física de alunos.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3. Dataform produz Silver e Gold.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4. Dataflow recebe eventos simulados e é encerrado no final.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Encerramento e exclusão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7D92"/>
                </a:solidFill>
                <a:latin typeface="Aptos"/>
              </a:defRPr>
            </a:pPr>
            <a:r>
              <a:t>Resumo da solução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O modo DryRun mostra tudo o que será removido.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O script cancela jobs antes de apagar armazenamento e tabelas.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Com -DeleteProject, o projeto temporário é marcado para exclusão.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O projeto público basedosdados está bloqueado nos scripts.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7D92"/>
                </a:solidFill>
                <a:latin typeface="Aptos"/>
              </a:defRPr>
            </a:pPr>
            <a:r>
              <a:t>Resumo da solução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A solução atende batch, streaming, medalhão, qualidade, monitoramento e FinOps.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A amostra é suficiente para demonstrar a arquitetura, mas não para inferência nacional.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A base Gold pode apoiar dashboards, estudos de desigualdade e aplicações futuras de 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